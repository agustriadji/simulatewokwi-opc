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Proposal for Computerized System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[Your Name or Team]</a:t>
            </a:r>
          </a:p>
          <a:p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is facing challenges in increasing dimsum production due to traditional manufacturing methods.</a:t>
            </a:r>
          </a:p>
          <a:p>
            <a:r>
              <a:t>Client plans to build two new factories to scale up production to meet customer demands.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include:</a:t>
            </a:r>
          </a:p>
          <a:p>
            <a:r>
              <a:t>1. Limited production capacity</a:t>
            </a:r>
          </a:p>
          <a:p>
            <a:r>
              <a:t>2. Lack of centralized management system for staff, production, and finance</a:t>
            </a:r>
          </a:p>
          <a:p>
            <a:r>
              <a:t>3. Inefficient management of customer orders and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solution includes a web-based system and mobile application that covers:</a:t>
            </a:r>
          </a:p>
          <a:p>
            <a:r>
              <a:t>1. Employee Management</a:t>
            </a:r>
          </a:p>
          <a:p>
            <a:r>
              <a:t>2. Organizational Structure</a:t>
            </a:r>
          </a:p>
          <a:p>
            <a:r>
              <a:t>3. Production &amp; Warehouse Management</a:t>
            </a:r>
          </a:p>
          <a:p>
            <a:r>
              <a:t>4. Finance Management</a:t>
            </a:r>
          </a:p>
          <a:p>
            <a:r>
              <a:t>5. Customer Relationship Management (CRM)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Structure (Phase Breakdown)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Phase 1: Employee &amp; Organizational Structure Management</a:t>
            </a:r>
          </a:p>
          <a:p>
            <a:r>
              <a:t>2. Phase 2: Production, Warehouse, and Finance Management</a:t>
            </a:r>
          </a:p>
          <a:p>
            <a:r>
              <a:t>3. Phase 3: Order Management and CRM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Employee and 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2-3 months</a:t>
            </a:r>
          </a:p>
          <a:p>
            <a:r>
              <a:t>Key Features:</a:t>
            </a:r>
          </a:p>
          <a:p>
            <a:r>
              <a:t>1. Employee data management</a:t>
            </a:r>
          </a:p>
          <a:p>
            <a:r>
              <a:t>2. Organizational structure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Production and Finance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4-6 months</a:t>
            </a:r>
          </a:p>
          <a:p>
            <a:r>
              <a:t>Key Features:</a:t>
            </a:r>
          </a:p>
          <a:p>
            <a:r>
              <a:t>1. Production &amp; warehouse management</a:t>
            </a:r>
          </a:p>
          <a:p>
            <a:r>
              <a:t>2. Financial transactions management (including down payments)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Order Management and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3-4 months</a:t>
            </a:r>
          </a:p>
          <a:p>
            <a:r>
              <a:t>Key Features:</a:t>
            </a:r>
          </a:p>
          <a:p>
            <a:r>
              <a:t>1. Order management</a:t>
            </a:r>
          </a:p>
          <a:p>
            <a:r>
              <a:t>2. Customer relationship management (CRM)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2-3 months</a:t>
            </a:r>
          </a:p>
          <a:p>
            <a:r>
              <a:t>Phase 2: 4-6 months</a:t>
            </a:r>
          </a:p>
          <a:p>
            <a:r>
              <a:t>Phase 3: 3-4 months</a:t>
            </a:r>
          </a:p>
          <a:p>
            <a:r>
              <a:t>Total estimated duration: 9-13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 for the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Streamlined production processes</a:t>
            </a:r>
          </a:p>
          <a:p>
            <a:r>
              <a:t>2. Improved financial management</a:t>
            </a:r>
          </a:p>
          <a:p>
            <a:r>
              <a:t>3. Better customer engagement and 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team consists of 4 experienced full-stack developers, using sprint-based agile methodology to ensure timely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proposed solution will enable the client to scale production and improve operational efficiency.</a:t>
            </a:r>
          </a:p>
          <a:p>
            <a:r>
              <a:t>We recommend starting with Phase 1 to establish the foundation for future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